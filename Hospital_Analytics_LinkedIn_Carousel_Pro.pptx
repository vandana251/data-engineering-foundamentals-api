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00A3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engineering case study: from fragmented hospital data to actionable insight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680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explore  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five systems, no unified view.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patient care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767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clinicians complete, trusted patient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54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waiting time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230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predict appointment delays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035040"/>
            <a:ext cx="5760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6217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6263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patients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6693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patients who need earlier attention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sources across three data types.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age, gender, contact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A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Scheduling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doctor, department,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A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names, results, 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A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Devices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rate, steps, continuous readings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Semi-structured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 and treatment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strategy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method to how the data arrives.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760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data arrives continuously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must update quickly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Devices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Readings generated all the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Collected at regular intervals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/ Batch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at regular intervals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load.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760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from registration, appointment, laboratory, wearable and consultation systems.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760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663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2578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patients, handle missing data, standardize dates and names, validate IDs, correct lab values, unify readings.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309360"/>
            <a:ext cx="5760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649224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6492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6492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7086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to the Data Lake. Cleaned, analytics-ready data to the Data Warehouse.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data in the right layer.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760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807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structured data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appointments, doctors, departments, lab tests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4224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 any format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data, doctor notes, lab files, medical documents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5760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5641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Processed, analytics-ready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080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time, high-risk patient and performance reports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7040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ZONES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7406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7452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7790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7406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11680" y="7452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7790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7406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7452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7790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7406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7452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7790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validation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 leads to incorrect clinical decisions.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patient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patient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date 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lab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department names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clean data into decisions.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00A3A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 prediction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patients who need more attention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880360"/>
            <a:ext cx="457200" cy="457200"/>
          </a:xfrm>
          <a:prstGeom prst="ellipse">
            <a:avLst/>
          </a:prstGeom>
          <a:solidFill>
            <a:srgbClr val="00A3A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033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prediction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delays and manage appointments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00A3A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prediction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217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patients likely to return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484632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5074920"/>
            <a:ext cx="457200" cy="457200"/>
          </a:xfrm>
          <a:prstGeom prst="ellipse">
            <a:avLst/>
          </a:prstGeom>
          <a:solidFill>
            <a:srgbClr val="00A3A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033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669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monitoring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703320" y="6217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wearable data for timely attention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71323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waiting time, appointments, doctor performance, laboratory, operations, high-risk patients.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CARE ANALYTICS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each source the way it arrives: stream or batch.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standardize with ETL before analysis.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4434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storage: Database, Data Lake, Data Warehouse.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77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AI reduce waiting time and surface high-risk patients.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498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or feedback? Let's connect.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2026-10-01T07:18:29Z</dcterms:created>
  <dcterms:modified xsi:type="dcterms:W3CDTF">2026-10-01T07:18:29Z</dcterms:modified>
</cp:coreProperties>
</file>